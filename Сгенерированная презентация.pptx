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2.jpeg" ContentType="image/jpeg"/>
  <Override PartName="/ppt/media/image11.jpeg" ContentType="image/jpeg"/>
  <Override PartName="/ppt/media/image13.png" ContentType="image/pn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8820869"/>
        <c:axId val="36827846"/>
      </c:barChart>
      <c:catAx>
        <c:axId val="38820869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36827846"/>
        <c:crosses val="autoZero"/>
        <c:auto val="1"/>
        <c:lblAlgn val="ctr"/>
        <c:lblOffset val="100"/>
        <c:noMultiLvlLbl val="0"/>
      </c:catAx>
      <c:valAx>
        <c:axId val="3682784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3882086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6155222"/>
        <c:axId val="46941808"/>
      </c:barChart>
      <c:catAx>
        <c:axId val="86155222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6941808"/>
        <c:crosses val="autoZero"/>
        <c:auto val="1"/>
        <c:lblAlgn val="ctr"/>
        <c:lblOffset val="100"/>
        <c:noMultiLvlLbl val="0"/>
      </c:catAx>
      <c:valAx>
        <c:axId val="4694180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615522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26379524"/>
        <c:axId val="2786195"/>
      </c:barChart>
      <c:catAx>
        <c:axId val="26379524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786195"/>
        <c:crosses val="autoZero"/>
        <c:auto val="1"/>
        <c:lblAlgn val="ctr"/>
        <c:lblOffset val="100"/>
        <c:noMultiLvlLbl val="0"/>
      </c:catAx>
      <c:valAx>
        <c:axId val="278619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637952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9FEA3A-3138-4436-8111-F93B045196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CD6443-B3A3-41F6-968D-5A37471B3C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C80F0B-A0AF-47B2-8CDB-E620CD1041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822C59-51EB-42FE-8AFD-EC744BAA0D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CC9DB19-09E2-47F0-9369-27E1FB5B0C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1E52AD8-FF52-4C8F-B5D1-EA4880520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D282577-02B2-4AB2-8D44-E3FB492B7F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32049AB-D39E-49DA-91E7-4D8125D58A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D4AEF15-7267-4969-9A6A-6F35657B00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7A6D15F-E064-4340-B528-1DA2298533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8189178-CF10-4489-8BD9-93FF1460BD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66190E0-88E6-40D2-9E13-AA91FE6B1A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6BF1083-0FA3-400A-9967-6A8973EEBE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CB73AE86-D0D5-4D0B-83D4-E3ADACDA71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0A2CE78-3CFC-4305-879C-7C5AF88924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98F1B5C-8C9D-418A-A787-262E3A06C3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65B73F1-5990-4226-A9AC-7F451BA470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CD8FE19-0301-4551-AD9C-3004404EA7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F6958D50-3FC4-403E-A54A-E3DA8D7637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AA9F97AA-1726-4C16-AE1C-21CE880F92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05B94B8-A367-4F59-9528-1AD5D78054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F4AC231-2B80-4169-91AA-CFBEF17C79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EC17498-8253-452D-A20E-7E4DB539C18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B371728-5231-45A4-9DAB-E893D37E074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2D74ECF-697D-4B0A-BC27-4D791C1F6F8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2350E7B-24EC-4138-B99E-88542436F15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BA8C98-DE9E-4DB3-B32A-1C5EE9CC757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EBA9ED-971D-4BBD-AC6F-2B56D9D0121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B2277FF-548D-462E-A086-1BB70756FA6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E9E4789-247B-407C-B78E-9E32BEF1BE8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3BDF671-146E-47A4-B003-A25B88FD67F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18A3783-76D3-4148-AC99-080D32EFD20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F245134-88AE-438C-91F3-82F7EA3B197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EBFAC4-7679-4AFE-89B7-0B6BD1CC640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B68C1B0-2DEB-4979-BFFE-2AF1E96932B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48377A8-9739-40CC-87E9-300BBB4288C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CD69E2-4A4E-4DC1-85F4-41E03FC5CA2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C5DD60-E64D-4399-AE31-4A535FE8468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E823E6C-B52A-457B-A744-DCE7CDE5B029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C078AFD-D355-4621-AB96-255C89EE228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6D1275B-1446-47D8-B310-41A1C013122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82B3078-AD17-4994-B6CF-901C261C7AE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B7DC995-8B9C-4CB0-AA25-D1C7C6C4AA4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8D1FFF-DC4D-4891-8DB9-EC1879B3B123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-3783960" y="2286000"/>
            <a:ext cx="21649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8 Марта (Женский день)23 Февраля (День защитника Отечества)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061160" y="4114800"/>
            <a:ext cx="5958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202с,Байсунгурова Айна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-1503360" y="1371600"/>
            <a:ext cx="14893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Поздравляем с праздником весны, красоты и женственности!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914400" y="228600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Весна, нежность, красота, тепло.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505680" y="1371600"/>
            <a:ext cx="4875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Пусть цветет душа!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Желаем, чтобы каждый день приносил радость и вдохновение, как этот весенний букет.</a:t>
            </a:r>
            <a:br>
              <a:rPr sz="2000"/>
            </a:b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3870000" y="1371600"/>
            <a:ext cx="41464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Будьте любимы!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14400" y="2286000"/>
            <a:ext cx="100580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Вы заслуживаете самых лучших цветов, самых теплых слов и искренних улыбок.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.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.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.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3623760" y="1371600"/>
            <a:ext cx="4638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Новых свершений!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914400" y="228600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жизнь будет такой же яркой и прекрасной, как это цветущее поле. С праздником!.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2262960" y="1371600"/>
            <a:ext cx="7360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С Днем защитника Отечества!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914400" y="228600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силы, чести и отваги. Спасибо за вашу защиту и надежность.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4167360" y="1371600"/>
            <a:ext cx="3552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Героям слава!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914400" y="228600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крепкого здоровья, несгибаемой воли и верных друзей рядом..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2115000" y="1371600"/>
            <a:ext cx="76564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Уверенности в завтрашнем дне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914400" y="228600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любые цели будут достигнуты, а путь к успеху будет прямым и четким..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2680560" y="1371600"/>
            <a:ext cx="6525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Мирного неба над головой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914400" y="228600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Самое главное пожелание — спокойствия, стабильности и безопасности..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3372480" y="1371600"/>
            <a:ext cx="51418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Вечная слава героям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914400" y="2286000"/>
            <a:ext cx="10058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Помним подвиги предков и ценим мир, который они нам подарили. С праздником!.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8523720" y="2811600"/>
            <a:ext cx="2875680" cy="33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92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920" cy="23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2026-03-07T11:59:05Z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